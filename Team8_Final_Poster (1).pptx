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2" d="100"/>
          <a:sy n="52" d="100"/>
        </p:scale>
        <p:origin x="1368" y="-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605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Logo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400"/>
              </a:spcAft>
            </a:pPr>
            <a:b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IN" sz="1600" dirty="0">
                <a:solidFill>
                  <a:srgbClr val="001F5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IN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and Scalable Healthcare Appointment Scheduling    Through Distributed Backend Development</a:t>
            </a:r>
            <a:endParaRPr lang="en-US" sz="1600" dirty="0"/>
          </a:p>
          <a:p>
            <a:pPr marL="0" indent="0" algn="just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no: [8]  |  Section: [S 4]  |  Members: [Name B.Devi Charitha– Roll No. 2520030462], [Name –Monisha Raghini Chelle Roll No. 2520030537], [Name –</a:t>
            </a:r>
            <a:r>
              <a:rPr lang="en-IN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PRASHANTHI  DABBUGUNTA</a:t>
            </a: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Roll No.2520030301 ]   </a:t>
            </a:r>
          </a:p>
          <a:p>
            <a:pPr marL="0" indent="0" algn="just">
              <a:spcAft>
                <a:spcPts val="400"/>
              </a:spcAft>
              <a:buNone/>
            </a:pPr>
            <a:r>
              <a:rPr lang="en-US" sz="135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</a:t>
            </a:r>
            <a:r>
              <a:rPr lang="en-IN" sz="135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Yerragudipadu Subbarayudu </a:t>
            </a:r>
            <a:endParaRPr lang="en-US" sz="335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just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100" b="1" dirty="0"/>
              <a:t>CarePlus is a web-based healthcare appointment scheduling system that allows patients to register, log in, search for doctors, view availability, and book appointments. The system uses a React frontend, FastAPI backend, and MySQL database with JWT-based authentication and role-based access.</a:t>
            </a:r>
            <a:endParaRPr lang="en-US" sz="1100" dirty="0"/>
          </a:p>
          <a:p>
            <a:pPr algn="just"/>
            <a:r>
              <a:rPr lang="en-US" sz="1100" b="1" dirty="0"/>
              <a:t>The system simplifies appointment management while providing administrators with centralized control over doctors, appointments, </a:t>
            </a:r>
            <a:r>
              <a:rPr lang="en-US" sz="1050" b="1" dirty="0"/>
              <a:t>holidays, notifications, and payments.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100" b="1" dirty="0"/>
              <a:t>Problem</a:t>
            </a:r>
          </a:p>
          <a:p>
            <a:pPr algn="just"/>
            <a:r>
              <a:rPr lang="en-US" sz="1100" dirty="0"/>
              <a:t>Traditional appointment scheduling can require manual coordination and makes it difficult to manage doctor availability, appointment slots, patient records, and booking conflicts efficiently.</a:t>
            </a:r>
          </a:p>
          <a:p>
            <a:pPr algn="just"/>
            <a:r>
              <a:rPr lang="en-US" sz="1100" b="1" dirty="0"/>
              <a:t>Objectives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100" dirty="0"/>
              <a:t>Provide an easy online appointment booking system.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100" dirty="0"/>
              <a:t>Manage doctor availability and appointment slots.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100" dirty="0"/>
              <a:t>Implement secure patient and administrator </a:t>
            </a:r>
            <a:r>
              <a:rPr lang="en-US" sz="1200" dirty="0"/>
              <a:t>authentication.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200" dirty="0"/>
              <a:t>Provide centralized appointment, notification, and payment management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76230"/>
              </p:ext>
            </p:extLst>
          </p:nvPr>
        </p:nvGraphicFramePr>
        <p:xfrm>
          <a:off x="481457" y="6698511"/>
          <a:ext cx="4612640" cy="2574499"/>
        </p:xfrm>
        <a:graphic>
          <a:graphicData uri="http://schemas.openxmlformats.org/drawingml/2006/table">
            <a:tbl>
              <a:tblPr/>
              <a:tblGrid>
                <a:gridCol w="1076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Appointment Booking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Manual / limited online coordination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Online slot-based booking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Doctor Availability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Difficult to track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Calendar and availability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Authentication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Basic/manual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JWT-based authentication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Appointment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Separate/manual 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Centralized 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4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Manual 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Demo payment + receipt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81457" y="982980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400" b="1" dirty="0"/>
              <a:t>Technical</a:t>
            </a:r>
          </a:p>
          <a:p>
            <a:pPr algn="just"/>
            <a:r>
              <a:rPr lang="en-US" sz="1400" dirty="0"/>
              <a:t>Uses commonly available technologies such as React.js, FastAPI, Python, MySQL, REST APIs, JWT, and SQLAlchemy.</a:t>
            </a:r>
          </a:p>
          <a:p>
            <a:pPr algn="just"/>
            <a:r>
              <a:rPr lang="en-US" sz="1400" b="1" dirty="0"/>
              <a:t>Economic</a:t>
            </a:r>
          </a:p>
          <a:p>
            <a:pPr algn="just"/>
            <a:r>
              <a:rPr lang="en-US" sz="1400" dirty="0"/>
              <a:t>Uses an open-source technology stack, reducing software and development costs.</a:t>
            </a:r>
          </a:p>
          <a:p>
            <a:pPr algn="just"/>
            <a:r>
              <a:rPr lang="en-US" sz="1400" b="1" dirty="0"/>
              <a:t>Operational</a:t>
            </a:r>
          </a:p>
          <a:p>
            <a:pPr algn="just"/>
            <a:r>
              <a:rPr lang="en-US" sz="1400" dirty="0"/>
              <a:t>Provides separate patient and administrator workflows with a simple web interface.</a:t>
            </a:r>
          </a:p>
          <a:p>
            <a:pPr algn="just"/>
            <a:r>
              <a:rPr lang="en-US" sz="1400" b="1" dirty="0"/>
              <a:t>Schedule</a:t>
            </a:r>
          </a:p>
          <a:p>
            <a:pPr algn="just"/>
            <a:r>
              <a:rPr lang="en-US" sz="1400" dirty="0"/>
              <a:t>The system can be developed and tested within the academic semester timeline.</a:t>
            </a:r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433320"/>
            <a:ext cx="456971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IN" sz="1200" dirty="0"/>
              <a:t>Frontend</a:t>
            </a:r>
          </a:p>
          <a:p>
            <a:pPr algn="just"/>
            <a:r>
              <a:rPr lang="en-IN" sz="1200" dirty="0"/>
              <a:t>React, JavaScript, HTML5, CSS3, Vite</a:t>
            </a:r>
          </a:p>
          <a:p>
            <a:pPr algn="just"/>
            <a:r>
              <a:rPr lang="en-IN" sz="1200" dirty="0"/>
              <a:t>Backend</a:t>
            </a:r>
          </a:p>
          <a:p>
            <a:pPr algn="just"/>
            <a:r>
              <a:rPr lang="en-IN" sz="1200" dirty="0"/>
              <a:t>Python, FastAPI, Uvicorn, REST APIs</a:t>
            </a:r>
          </a:p>
          <a:p>
            <a:pPr algn="just"/>
            <a:r>
              <a:rPr lang="en-IN" sz="1200" dirty="0"/>
              <a:t>Database</a:t>
            </a:r>
          </a:p>
          <a:p>
            <a:pPr algn="just"/>
            <a:r>
              <a:rPr lang="en-IN" sz="1200" dirty="0"/>
              <a:t>MySQL, SQLAlchemy, PyMySQL</a:t>
            </a:r>
          </a:p>
          <a:p>
            <a:pPr algn="just"/>
            <a:r>
              <a:rPr lang="en-IN" sz="1200" dirty="0"/>
              <a:t>Security</a:t>
            </a:r>
          </a:p>
          <a:p>
            <a:pPr algn="just"/>
            <a:r>
              <a:rPr lang="en-IN" sz="1200" dirty="0"/>
              <a:t>JWT, Passlib, bcrypt, Bearer Authentication</a:t>
            </a:r>
          </a:p>
          <a:p>
            <a:pPr algn="just"/>
            <a:r>
              <a:rPr lang="en-IN" sz="1200" dirty="0"/>
              <a:t>Development Tools</a:t>
            </a:r>
          </a:p>
          <a:p>
            <a:pPr algn="just"/>
            <a:r>
              <a:rPr lang="en-IN" sz="1200" dirty="0"/>
              <a:t>VS Code, Git/GitHub, MySQL</a:t>
            </a:r>
          </a:p>
          <a:p>
            <a:pPr marL="342900" indent="-342900" algn="just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465981" y="4998679"/>
            <a:ext cx="456971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368417" y="840740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1]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2]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 flipV="1">
            <a:off x="-2360168" y="27472640"/>
            <a:ext cx="1174823" cy="1602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 flipV="1">
            <a:off x="5828024" y="49523904"/>
            <a:ext cx="901387" cy="56270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464552" y="13068864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55" name="Rectangle 2">
            <a:extLst>
              <a:ext uri="{FF2B5EF4-FFF2-40B4-BE49-F238E27FC236}">
                <a16:creationId xmlns:a16="http://schemas.microsoft.com/office/drawing/2014/main" id="{F8B32561-3837-43D2-A6FA-4D515CA13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4224" y="12727414"/>
            <a:ext cx="318262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b="1" dirty="0"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50" dirty="0">
                <a:latin typeface="Arial" panose="020B0604020202020204" pitchFamily="34" charset="0"/>
              </a:rPr>
              <a:t>CarePlus provides a simple and centralized healthcare appointment scheduling system. It enables patients to book appointments and helps administrators manage doctors, availability, appointments, notifications, and payments efficiently. The system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ntegrates the React frontend, FastAPI backend, and MySQL database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12364C58-A6E8-4724-9101-18EA0BD77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912" y="12731201"/>
            <a:ext cx="3062764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100" dirty="0"/>
              <a:t>Patient login and appointment booking work successfully.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100" dirty="0"/>
              <a:t>Doctor availability and booking validation are implemented.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100" dirty="0"/>
              <a:t>Notifications and demo payments are included.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100" dirty="0"/>
              <a:t>Admin can manage doctors, appointments, and payments</a:t>
            </a:r>
            <a:r>
              <a:rPr lang="en-US" dirty="0"/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7" name="Rectangle 4">
            <a:extLst>
              <a:ext uri="{FF2B5EF4-FFF2-40B4-BE49-F238E27FC236}">
                <a16:creationId xmlns:a16="http://schemas.microsoft.com/office/drawing/2014/main" id="{E82FBE67-DD92-4CBD-8824-9EEC4A311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6460" y="12841962"/>
            <a:ext cx="3180679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a real payment gateway.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 separate doctor login and portal.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cloud deployment and scalability.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advanced reminders and notifications. 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D58F6419-3727-44B4-9432-38A2A6D4D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274" y="4978401"/>
            <a:ext cx="4455668" cy="213666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44DEF01D-D36E-4574-A1C0-71FE7C205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8131" y="7878041"/>
            <a:ext cx="4716000" cy="1846118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4290D992-5AA9-4BB0-9ECB-6593EEDBC55B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1689" y="10607040"/>
            <a:ext cx="2220724" cy="1643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8A644379-7BAC-4E81-AA70-7CD9339C6A75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8110" y="10505162"/>
            <a:ext cx="2259132" cy="1783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B84203E8-D5DB-4D06-B3A7-6A77C1C601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04470"/>
            <a:ext cx="1421823" cy="13112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517</Words>
  <Application>Microsoft Office PowerPoint</Application>
  <PresentationFormat>Custom</PresentationFormat>
  <Paragraphs>76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 Devi Charitha</cp:lastModifiedBy>
  <cp:revision>11</cp:revision>
  <dcterms:created xsi:type="dcterms:W3CDTF">2026-09-28T08:11:17Z</dcterms:created>
  <dcterms:modified xsi:type="dcterms:W3CDTF">2026-10-01T04:01:47Z</dcterms:modified>
</cp:coreProperties>
</file>